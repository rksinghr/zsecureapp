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6037AC-D557-43CF-8EC0-EDC589C032AB}" v="3" dt="2026-09-05T18:46:14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esh Singh" userId="8dfaf9606d9e8065" providerId="LiveId" clId="{62DBE675-1BB9-47B7-A952-240268E4A4AF}"/>
    <pc:docChg chg="undo custSel addSld modSld">
      <pc:chgData name="Ritesh Singh" userId="8dfaf9606d9e8065" providerId="LiveId" clId="{62DBE675-1BB9-47B7-A952-240268E4A4AF}" dt="2026-09-05T19:41:45.137" v="150" actId="20577"/>
      <pc:docMkLst>
        <pc:docMk/>
      </pc:docMkLst>
      <pc:sldChg chg="new">
        <pc:chgData name="Ritesh Singh" userId="8dfaf9606d9e8065" providerId="LiveId" clId="{62DBE675-1BB9-47B7-A952-240268E4A4AF}" dt="2026-09-05T18:44:52.559" v="0" actId="680"/>
        <pc:sldMkLst>
          <pc:docMk/>
          <pc:sldMk cId="4029306510" sldId="256"/>
        </pc:sldMkLst>
      </pc:sldChg>
      <pc:sldChg chg="addSp delSp modSp new mod setBg">
        <pc:chgData name="Ritesh Singh" userId="8dfaf9606d9e8065" providerId="LiveId" clId="{62DBE675-1BB9-47B7-A952-240268E4A4AF}" dt="2026-09-05T18:54:18.186" v="125" actId="20577"/>
        <pc:sldMkLst>
          <pc:docMk/>
          <pc:sldMk cId="3073178555" sldId="257"/>
        </pc:sldMkLst>
        <pc:spChg chg="mod">
          <ac:chgData name="Ritesh Singh" userId="8dfaf9606d9e8065" providerId="LiveId" clId="{62DBE675-1BB9-47B7-A952-240268E4A4AF}" dt="2026-09-05T18:54:18.186" v="125" actId="20577"/>
          <ac:spMkLst>
            <pc:docMk/>
            <pc:sldMk cId="3073178555" sldId="257"/>
            <ac:spMk id="2" creationId="{2101A0A4-F3D1-5CA2-1D5D-5B2FBCE9A274}"/>
          </ac:spMkLst>
        </pc:spChg>
        <pc:spChg chg="del">
          <ac:chgData name="Ritesh Singh" userId="8dfaf9606d9e8065" providerId="LiveId" clId="{62DBE675-1BB9-47B7-A952-240268E4A4AF}" dt="2026-09-05T18:44:59.799" v="2" actId="478"/>
          <ac:spMkLst>
            <pc:docMk/>
            <pc:sldMk cId="3073178555" sldId="257"/>
            <ac:spMk id="3" creationId="{72EBCEA8-C464-CF3B-F395-A6160ED944B5}"/>
          </ac:spMkLst>
        </pc:spChg>
        <pc:spChg chg="add del mod">
          <ac:chgData name="Ritesh Singh" userId="8dfaf9606d9e8065" providerId="LiveId" clId="{62DBE675-1BB9-47B7-A952-240268E4A4AF}" dt="2026-09-05T18:53:59.205" v="99" actId="478"/>
          <ac:spMkLst>
            <pc:docMk/>
            <pc:sldMk cId="3073178555" sldId="257"/>
            <ac:spMk id="5" creationId="{CEE6254C-6F59-7649-76FF-0D74C6784D20}"/>
          </ac:spMkLst>
        </pc:spChg>
        <pc:spChg chg="add del mod">
          <ac:chgData name="Ritesh Singh" userId="8dfaf9606d9e8065" providerId="LiveId" clId="{62DBE675-1BB9-47B7-A952-240268E4A4AF}" dt="2026-09-05T18:48:10.731" v="98" actId="478"/>
          <ac:spMkLst>
            <pc:docMk/>
            <pc:sldMk cId="3073178555" sldId="257"/>
            <ac:spMk id="6" creationId="{12AC0A6E-8628-7C33-B31B-A951BC098C4E}"/>
          </ac:spMkLst>
        </pc:spChg>
        <pc:spChg chg="add del mod">
          <ac:chgData name="Ritesh Singh" userId="8dfaf9606d9e8065" providerId="LiveId" clId="{62DBE675-1BB9-47B7-A952-240268E4A4AF}" dt="2026-09-05T18:48:10.731" v="98" actId="478"/>
          <ac:spMkLst>
            <pc:docMk/>
            <pc:sldMk cId="3073178555" sldId="257"/>
            <ac:spMk id="8" creationId="{8EA90EC6-B15B-B844-4CCF-44EBF1216F77}"/>
          </ac:spMkLst>
        </pc:spChg>
        <pc:spChg chg="add del mod">
          <ac:chgData name="Ritesh Singh" userId="8dfaf9606d9e8065" providerId="LiveId" clId="{62DBE675-1BB9-47B7-A952-240268E4A4AF}" dt="2026-09-05T18:48:10.731" v="98" actId="478"/>
          <ac:spMkLst>
            <pc:docMk/>
            <pc:sldMk cId="3073178555" sldId="257"/>
            <ac:spMk id="9" creationId="{0B38A2B1-E030-12C2-6C2B-190D2073B79A}"/>
          </ac:spMkLst>
        </pc:spChg>
        <pc:spChg chg="add del mod">
          <ac:chgData name="Ritesh Singh" userId="8dfaf9606d9e8065" providerId="LiveId" clId="{62DBE675-1BB9-47B7-A952-240268E4A4AF}" dt="2026-09-05T18:48:10.731" v="98" actId="478"/>
          <ac:spMkLst>
            <pc:docMk/>
            <pc:sldMk cId="3073178555" sldId="257"/>
            <ac:spMk id="10" creationId="{DA719B74-EDBB-A0A7-51A9-382A5F6C4036}"/>
          </ac:spMkLst>
        </pc:spChg>
        <pc:spChg chg="add del">
          <ac:chgData name="Ritesh Singh" userId="8dfaf9606d9e8065" providerId="LiveId" clId="{62DBE675-1BB9-47B7-A952-240268E4A4AF}" dt="2026-09-05T18:45:28.134" v="7" actId="26606"/>
          <ac:spMkLst>
            <pc:docMk/>
            <pc:sldMk cId="3073178555" sldId="257"/>
            <ac:spMk id="11" creationId="{7517A47C-B2E5-4B79-8061-D74B1311AF6E}"/>
          </ac:spMkLst>
        </pc:spChg>
        <pc:spChg chg="add del mod">
          <ac:chgData name="Ritesh Singh" userId="8dfaf9606d9e8065" providerId="LiveId" clId="{62DBE675-1BB9-47B7-A952-240268E4A4AF}" dt="2026-09-05T18:48:10.731" v="98" actId="478"/>
          <ac:spMkLst>
            <pc:docMk/>
            <pc:sldMk cId="3073178555" sldId="257"/>
            <ac:spMk id="12" creationId="{E96087EA-D051-94FE-6B6A-6E4BBA973072}"/>
          </ac:spMkLst>
        </pc:spChg>
        <pc:spChg chg="add del">
          <ac:chgData name="Ritesh Singh" userId="8dfaf9606d9e8065" providerId="LiveId" clId="{62DBE675-1BB9-47B7-A952-240268E4A4AF}" dt="2026-09-05T18:45:28.134" v="7" actId="26606"/>
          <ac:spMkLst>
            <pc:docMk/>
            <pc:sldMk cId="3073178555" sldId="257"/>
            <ac:spMk id="13" creationId="{C505E780-2083-4CB5-A42A-5E0E2908ECC3}"/>
          </ac:spMkLst>
        </pc:spChg>
        <pc:spChg chg="add del">
          <ac:chgData name="Ritesh Singh" userId="8dfaf9606d9e8065" providerId="LiveId" clId="{62DBE675-1BB9-47B7-A952-240268E4A4AF}" dt="2026-09-05T18:45:28.134" v="7" actId="26606"/>
          <ac:spMkLst>
            <pc:docMk/>
            <pc:sldMk cId="3073178555" sldId="257"/>
            <ac:spMk id="15" creationId="{D2C0AE1C-0118-41AE-8A10-7CDCBF10E96F}"/>
          </ac:spMkLst>
        </pc:spChg>
        <pc:spChg chg="add del">
          <ac:chgData name="Ritesh Singh" userId="8dfaf9606d9e8065" providerId="LiveId" clId="{62DBE675-1BB9-47B7-A952-240268E4A4AF}" dt="2026-09-05T18:45:28.134" v="7" actId="26606"/>
          <ac:spMkLst>
            <pc:docMk/>
            <pc:sldMk cId="3073178555" sldId="257"/>
            <ac:spMk id="17" creationId="{463EEC44-1BA3-44ED-81FC-A644B04B2A44}"/>
          </ac:spMkLst>
        </pc:spChg>
        <pc:spChg chg="add">
          <ac:chgData name="Ritesh Singh" userId="8dfaf9606d9e8065" providerId="LiveId" clId="{62DBE675-1BB9-47B7-A952-240268E4A4AF}" dt="2026-09-05T18:54:04.791" v="102" actId="26606"/>
          <ac:spMkLst>
            <pc:docMk/>
            <pc:sldMk cId="3073178555" sldId="257"/>
            <ac:spMk id="19" creationId="{D4771268-CB57-404A-9271-370EB28F6090}"/>
          </ac:spMkLst>
        </pc:spChg>
        <pc:graphicFrameChg chg="add del">
          <ac:chgData name="Ritesh Singh" userId="8dfaf9606d9e8065" providerId="LiveId" clId="{62DBE675-1BB9-47B7-A952-240268E4A4AF}" dt="2026-09-05T18:45:28.134" v="7" actId="26606"/>
          <ac:graphicFrameMkLst>
            <pc:docMk/>
            <pc:sldMk cId="3073178555" sldId="257"/>
            <ac:graphicFrameMk id="7" creationId="{D054F0B3-E7AD-C44F-E253-5B9523C1BA89}"/>
          </ac:graphicFrameMkLst>
        </pc:graphicFrameChg>
        <pc:picChg chg="add mod">
          <ac:chgData name="Ritesh Singh" userId="8dfaf9606d9e8065" providerId="LiveId" clId="{62DBE675-1BB9-47B7-A952-240268E4A4AF}" dt="2026-09-05T18:54:04.791" v="102" actId="26606"/>
          <ac:picMkLst>
            <pc:docMk/>
            <pc:sldMk cId="3073178555" sldId="257"/>
            <ac:picMk id="14" creationId="{0116E3E9-D2C4-3A8F-611D-8810483BDF7D}"/>
          </ac:picMkLst>
        </pc:picChg>
      </pc:sldChg>
      <pc:sldChg chg="addSp delSp modSp new mod setBg">
        <pc:chgData name="Ritesh Singh" userId="8dfaf9606d9e8065" providerId="LiveId" clId="{62DBE675-1BB9-47B7-A952-240268E4A4AF}" dt="2026-09-05T19:41:45.137" v="150" actId="20577"/>
        <pc:sldMkLst>
          <pc:docMk/>
          <pc:sldMk cId="1262629025" sldId="258"/>
        </pc:sldMkLst>
        <pc:spChg chg="mod">
          <ac:chgData name="Ritesh Singh" userId="8dfaf9606d9e8065" providerId="LiveId" clId="{62DBE675-1BB9-47B7-A952-240268E4A4AF}" dt="2026-09-05T19:41:45.137" v="150" actId="20577"/>
          <ac:spMkLst>
            <pc:docMk/>
            <pc:sldMk cId="1262629025" sldId="258"/>
            <ac:spMk id="2" creationId="{EEE2317E-8FDD-AC2C-1B4C-2A3115CC7EC9}"/>
          </ac:spMkLst>
        </pc:spChg>
        <pc:spChg chg="del">
          <ac:chgData name="Ritesh Singh" userId="8dfaf9606d9e8065" providerId="LiveId" clId="{62DBE675-1BB9-47B7-A952-240268E4A4AF}" dt="2026-09-05T19:29:03.946" v="127" actId="478"/>
          <ac:spMkLst>
            <pc:docMk/>
            <pc:sldMk cId="1262629025" sldId="258"/>
            <ac:spMk id="3" creationId="{0306BDC5-095A-55DA-793C-AFE79735A28D}"/>
          </ac:spMkLst>
        </pc:spChg>
        <pc:spChg chg="add del">
          <ac:chgData name="Ritesh Singh" userId="8dfaf9606d9e8065" providerId="LiveId" clId="{62DBE675-1BB9-47B7-A952-240268E4A4AF}" dt="2026-09-05T19:41:20.077" v="135" actId="26606"/>
          <ac:spMkLst>
            <pc:docMk/>
            <pc:sldMk cId="1262629025" sldId="258"/>
            <ac:spMk id="9" creationId="{D4771268-CB57-404A-9271-370EB28F6090}"/>
          </ac:spMkLst>
        </pc:spChg>
        <pc:spChg chg="add">
          <ac:chgData name="Ritesh Singh" userId="8dfaf9606d9e8065" providerId="LiveId" clId="{62DBE675-1BB9-47B7-A952-240268E4A4AF}" dt="2026-09-05T19:41:20.077" v="135" actId="26606"/>
          <ac:spMkLst>
            <pc:docMk/>
            <pc:sldMk cId="1262629025" sldId="258"/>
            <ac:spMk id="14" creationId="{D4771268-CB57-404A-9271-370EB28F6090}"/>
          </ac:spMkLst>
        </pc:spChg>
        <pc:picChg chg="add del mod">
          <ac:chgData name="Ritesh Singh" userId="8dfaf9606d9e8065" providerId="LiveId" clId="{62DBE675-1BB9-47B7-A952-240268E4A4AF}" dt="2026-09-05T19:41:14.500" v="133" actId="478"/>
          <ac:picMkLst>
            <pc:docMk/>
            <pc:sldMk cId="1262629025" sldId="258"/>
            <ac:picMk id="4" creationId="{9DEC3B2D-5A9A-605E-49D0-15D791A7B3C7}"/>
          </ac:picMkLst>
        </pc:picChg>
        <pc:picChg chg="add mod">
          <ac:chgData name="Ritesh Singh" userId="8dfaf9606d9e8065" providerId="LiveId" clId="{62DBE675-1BB9-47B7-A952-240268E4A4AF}" dt="2026-09-05T19:41:20.077" v="135" actId="26606"/>
          <ac:picMkLst>
            <pc:docMk/>
            <pc:sldMk cId="1262629025" sldId="258"/>
            <ac:picMk id="6" creationId="{B99826EE-03CE-E748-658F-931D8AD6E74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A50BA-9D58-308E-77D6-A15780C35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6599A3-5648-DBA5-679D-AA6EE08DD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CFDCB-77AD-97FD-07AD-28BEEE9B6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34F9E-5B0F-4C2F-9A59-E7A1155BBB3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88E95-8586-674B-0E62-2F016C72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E646C-8114-D26F-0BAF-8D6EE47E6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F25C-4CC7-4112-9A4C-A325E1F16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206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DE7E4-0983-5BB2-67E9-73BACED03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B8A92-B715-46B4-F466-B716EBDBF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AF372-B8B5-37E3-2921-F2ED92379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34F9E-5B0F-4C2F-9A59-E7A1155BBB3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7B425-2E72-BFDB-AD32-F81353C80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66DF2-FE17-C24B-332F-DBB7F5BF4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F25C-4CC7-4112-9A4C-A325E1F16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65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5753D-F002-89E7-C24A-AF1E7CF2D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38558-E4FE-0477-E408-EDFA1496C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09547-A547-F4BB-295F-5F90BA4F2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34F9E-5B0F-4C2F-9A59-E7A1155BBB3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A26D0-2144-8482-A0D2-A43EBF280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94137-6422-3165-4275-B1BF35E88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F25C-4CC7-4112-9A4C-A325E1F16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39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3B369-4844-C818-149A-235A5F9B5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C4AB5-C9AB-0F73-BE6B-5C9F40CC7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C21C9-8203-C21C-380A-CEC34D6F5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F2DAD-43B5-A6DA-D6E9-1AED53490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34F9E-5B0F-4C2F-9A59-E7A1155BBB3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2CA81-D5F3-5964-7520-460FCDD4A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9984C-D81B-BB98-E599-21AF09B2F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F25C-4CC7-4112-9A4C-A325E1F16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20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A9B35-E1D6-D949-22B7-37EB1206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ED10F-DF2C-9B18-A134-06764D421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E52A7-7740-C789-EE2B-B3B61B9ED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4F649-66FB-04AF-C1BB-C0157A324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1BC0BD-3D7B-FE3A-2502-25DFCAE1D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E80B10-3001-AA28-70EA-B6C694589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34F9E-5B0F-4C2F-9A59-E7A1155BBB3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2735F3-A42E-F8DC-875F-415D1AE3E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C7C4E5-31C9-6CF8-9544-3D3941EA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F25C-4CC7-4112-9A4C-A325E1F16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60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9545-AE96-2C2C-9770-58E17CF35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0DE6A-BB0A-A19B-859A-373BEAB24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34F9E-5B0F-4C2F-9A59-E7A1155BBB3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9D596D-CB2D-E084-E3C5-ED6334744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EA40F1-D786-44B2-772C-A5851C7DC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F25C-4CC7-4112-9A4C-A325E1F16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D99F49-657E-61E4-4251-8EBE6352B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34F9E-5B0F-4C2F-9A59-E7A1155BBB3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0659FF-DBB4-3F0A-7391-A15FE1F31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2D540-7BDE-5A55-A897-EE320E5E4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F25C-4CC7-4112-9A4C-A325E1F16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895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D3BD-11A9-2354-6288-56FE1ACFA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B8419-C455-49DD-004A-A3F7A9699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262A87-4C2E-A8CC-A68D-B35B95E27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F2F97-268F-12C9-BD53-52B2D95A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34F9E-5B0F-4C2F-9A59-E7A1155BBB3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B823B-C78E-35A4-0524-7AD105D90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B5620-4803-9DBA-D650-E335B2F12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F25C-4CC7-4112-9A4C-A325E1F16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51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6FD96-B262-D075-8704-7F90A4AB7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5C9138-9655-19D5-8029-54B961E2E5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0C3E1E-E54D-9DB1-54A6-2B2F1864A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C5100-7C98-C6AB-E4B3-18A95D6EB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34F9E-5B0F-4C2F-9A59-E7A1155BBB3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6761B-7628-53CF-A1AA-BA578B4E2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2A43B-1C08-84DE-8944-002C8CD01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F25C-4CC7-4112-9A4C-A325E1F16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43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BF1F7-488F-4A7B-87A1-87390A109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B00A4-C933-93A5-35EF-CBD31B263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AAC34-1353-D9F5-724E-218851649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34F9E-5B0F-4C2F-9A59-E7A1155BBB3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E7269-2C10-A640-C475-69FB2E90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A86D4-1558-3EE9-CFEE-B696AFCA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F25C-4CC7-4112-9A4C-A325E1F16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92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D0FC23-3C24-8F5E-40FE-905E094DE6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2ED746-D800-2642-0E2A-03A47A571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DB239-7DEB-0937-F28B-4DCAEEDCB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34F9E-5B0F-4C2F-9A59-E7A1155BBB3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B8B98-9238-6040-AC1F-C6EEF6A08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B798C-71D9-63F0-506E-73227C5B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F25C-4CC7-4112-9A4C-A325E1F16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382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027B3A-3D36-8E90-EFD0-45429AFD8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AB3AA-C3E6-2592-189F-430C09E78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59184-069C-9180-EB60-DCB7E0B95F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134F9E-5B0F-4C2F-9A59-E7A1155BBB3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90689-041C-9DC9-6675-CC04645F11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655A5-B076-C702-49EC-5870724C7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26F25C-4CC7-4112-9A4C-A325E1F16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82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36D5E-FA6D-D6BE-83B6-91340B0B5B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6C5AAB-1D4B-2A7F-E0ED-1B9A605EAB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306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1A0A4-F3D1-5CA2-1D5D-5B2FBCE9A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User Registration Flow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16E3E9-D2C4-3A8F-611D-8810483BD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515" y="643466"/>
            <a:ext cx="5290301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2317E-8FDD-AC2C-1B4C-2A3115CC7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User Login 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9826EE-03CE-E748-658F-931D8AD6E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868274"/>
            <a:ext cx="6780700" cy="311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629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User Registration Flow</vt:lpstr>
      <vt:lpstr>User Login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Singh</dc:creator>
  <cp:lastModifiedBy>Ritesh Singh</cp:lastModifiedBy>
  <cp:revision>1</cp:revision>
  <dcterms:created xsi:type="dcterms:W3CDTF">2026-09-05T18:44:48Z</dcterms:created>
  <dcterms:modified xsi:type="dcterms:W3CDTF">2026-09-05T19:41:47Z</dcterms:modified>
</cp:coreProperties>
</file>